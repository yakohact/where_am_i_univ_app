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29"/>
    <p:restoredTop sz="94678"/>
  </p:normalViewPr>
  <p:slideViewPr>
    <p:cSldViewPr snapToGrid="0">
      <p:cViewPr varScale="1">
        <p:scale>
          <a:sx n="58" d="100"/>
          <a:sy n="58" d="100"/>
        </p:scale>
        <p:origin x="216" y="2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FA933F-2AB1-C1ED-DAF3-9AA89A41F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D9F6B8A-E8E8-0E4A-C8AA-CE08AED17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C6AE88-4431-C506-FD1C-A3F896DA6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E4E376-860C-5955-CEDE-37EC49E2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B74FEE-F04A-FC22-6973-4ECBA6EA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45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6E854-2D3D-602A-D65C-A2953B0C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1912D6-FE04-764C-23B1-B98978AA6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3628A3-D8BF-03F8-9E1E-B4C5D7A6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9932A4-61DE-4B32-3914-C7CE4C17E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1D91D0-FACF-F6ED-11C3-A3804F86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71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4E0C7-5F83-B134-220D-4A3FAA3E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402F06-2DF4-8733-6C76-F9DF3C0E9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5FA011-6814-2CCE-4968-13D60B03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599A5B-AABF-37C3-0DEA-3751E3E7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585235-196C-43BD-1867-BDB68FAB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4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3F66D-58C8-F84B-866B-31DF8F82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C53504-EF98-2B22-FFFC-F4564CC4B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1CC040-69CE-AB91-E163-C513CAD4E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A30D53-AE02-AADE-A6ED-82C480D3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22BF05-94AD-4FD5-1F0E-6B10D684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449216-91BF-A8C1-1AAB-27B36D4B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736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668204-B429-B90D-EBEE-1374DA14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2273DB-EF64-FE8C-A13F-CAE34622B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5A1843-87CC-1B0B-0126-CE0B174B2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06C504B-113B-B1F2-16DC-04C1A9391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2A6CAB4-9249-DAA3-31F7-50FC0CCD8B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0EA48E-7127-6F83-D4B5-6EDB1A9C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E732E-D166-FE56-108F-EAF6E8EC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BE5F90C-CAF0-9E0B-EA2D-D8A871BA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3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E2D54-DB61-23CB-C808-1E1966B4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F402C8-6AA6-161E-F21E-E50A03E4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32AB3E5-8605-494F-D6FE-1E67B5F9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A2C8E5-8949-C863-1CE4-E01326D6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10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CCAB058-CF44-0619-FE97-3D5EB474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3FDE65-7D94-71D7-1E30-E52333CA1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8F8EC1-CC53-5E71-442C-6F0051FF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70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C84D41-8D02-D3EA-C527-7C2FFA4DF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369190-DDB8-A690-AB36-E915CF10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196E1B-1A52-A6E9-83E0-4AC77AD0C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B3BEA5-CE3C-6B58-8958-735E30F4A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752B64-910F-A6F8-B8FB-0AA9F99E6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45EC00-8C45-2AE4-9C9C-F600B9A1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145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12B5BC-2272-E944-2B5A-909ADDFB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33CC403-3472-B495-61E9-0726F5C3B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5D9F9A-88C6-1603-8A33-9CEAA174C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9779B2-52DE-1DFC-DA5A-50EF9D0FE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73310D-3061-263D-96DA-864E6C42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DE82F-01A9-70B6-189D-932E0C40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824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CF484-6237-1623-BD18-DEC1E3A0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EE719D-EF33-4EE1-46F6-BE0A24F32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332E25-8F44-9249-3035-B85DAE69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AAA746-BB50-ADD5-3A41-BADE8B86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23C508-1047-2455-C826-34FD46E29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312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E5F2DA2-7067-CA10-57CF-FE7A6AF7B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BB9891-5021-8803-4736-5AA84EAD4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E5B774-01CB-EAE1-4A15-BDE85583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E1F658-8004-A2A4-4A3D-4DDD4635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8EBFA9-3F18-F8F6-B892-72E14DCB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00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4DBEEF-BD27-94CA-BC2F-7CE63289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E116EA-A63B-671C-336F-0A8658B21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9BA6BD-EEB0-BA82-A008-16C60A54F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667C2-33EE-5A46-A35A-9BC5202DAA3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B82ED8-074F-21A2-F404-FAE61AD6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3DA787-CF7E-162B-C708-9696DC1FE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BB373-2720-3842-9AFB-F4A246EADD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52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425FCD44-3C49-7B8F-05B5-226356C95A38}"/>
              </a:ext>
            </a:extLst>
          </p:cNvPr>
          <p:cNvSpPr/>
          <p:nvPr/>
        </p:nvSpPr>
        <p:spPr>
          <a:xfrm>
            <a:off x="6857917" y="4739065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82430A-988F-57B2-BB3D-7F73E499DA01}"/>
              </a:ext>
            </a:extLst>
          </p:cNvPr>
          <p:cNvSpPr txBox="1"/>
          <p:nvPr/>
        </p:nvSpPr>
        <p:spPr>
          <a:xfrm>
            <a:off x="6726689" y="5243097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階段</a:t>
            </a:r>
            <a:endParaRPr kumimoji="1" lang="ja-JP" altLang="en-US" sz="2400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7C45A803-2608-3871-E1A1-DBB9B3F530A4}"/>
              </a:ext>
            </a:extLst>
          </p:cNvPr>
          <p:cNvSpPr/>
          <p:nvPr/>
        </p:nvSpPr>
        <p:spPr>
          <a:xfrm>
            <a:off x="3419684" y="383155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0ABC185-EAA3-D78F-F2AE-04C358A7FCAE}"/>
              </a:ext>
            </a:extLst>
          </p:cNvPr>
          <p:cNvCxnSpPr>
            <a:cxnSpLocks/>
            <a:stCxn id="16" idx="6"/>
            <a:endCxn id="4" idx="2"/>
          </p:cNvCxnSpPr>
          <p:nvPr/>
        </p:nvCxnSpPr>
        <p:spPr>
          <a:xfrm>
            <a:off x="2432850" y="4882654"/>
            <a:ext cx="4425067" cy="594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579CE9-3825-B5F5-E85E-1BCA67E4D498}"/>
              </a:ext>
            </a:extLst>
          </p:cNvPr>
          <p:cNvSpPr txBox="1"/>
          <p:nvPr/>
        </p:nvSpPr>
        <p:spPr>
          <a:xfrm>
            <a:off x="3852745" y="3776015"/>
            <a:ext cx="68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EV</a:t>
            </a:r>
            <a:endParaRPr kumimoji="1" lang="ja-JP" altLang="en-US" sz="2400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7C7B45EC-4D5B-FD2A-1950-F9274F4DA43D}"/>
              </a:ext>
            </a:extLst>
          </p:cNvPr>
          <p:cNvSpPr/>
          <p:nvPr/>
        </p:nvSpPr>
        <p:spPr>
          <a:xfrm>
            <a:off x="1999790" y="4679589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42FF10B-8BB8-9DCD-9FA9-581EFD41A995}"/>
              </a:ext>
            </a:extLst>
          </p:cNvPr>
          <p:cNvSpPr txBox="1"/>
          <p:nvPr/>
        </p:nvSpPr>
        <p:spPr>
          <a:xfrm>
            <a:off x="1785083" y="5153206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4</a:t>
            </a:r>
            <a:endParaRPr kumimoji="1" lang="ja-JP" altLang="en-US" sz="240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C9111B2-CCD6-0BC0-2133-A85AF0CEC15E}"/>
              </a:ext>
            </a:extLst>
          </p:cNvPr>
          <p:cNvCxnSpPr>
            <a:cxnSpLocks/>
            <a:stCxn id="6" idx="3"/>
            <a:endCxn id="16" idx="7"/>
          </p:cNvCxnSpPr>
          <p:nvPr/>
        </p:nvCxnSpPr>
        <p:spPr>
          <a:xfrm flipH="1">
            <a:off x="2369430" y="4178204"/>
            <a:ext cx="1113674" cy="560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67BA890D-AF99-CF3C-2C22-2D863AEB66D3}"/>
              </a:ext>
            </a:extLst>
          </p:cNvPr>
          <p:cNvCxnSpPr>
            <a:cxnSpLocks/>
          </p:cNvCxnSpPr>
          <p:nvPr/>
        </p:nvCxnSpPr>
        <p:spPr>
          <a:xfrm>
            <a:off x="6857917" y="3631937"/>
            <a:ext cx="673" cy="144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円/楕円 28">
            <a:extLst>
              <a:ext uri="{FF2B5EF4-FFF2-40B4-BE49-F238E27FC236}">
                <a16:creationId xmlns:a16="http://schemas.microsoft.com/office/drawing/2014/main" id="{ECFE2F4C-0883-D0CC-CFF3-6CDFF49C56CC}"/>
              </a:ext>
            </a:extLst>
          </p:cNvPr>
          <p:cNvSpPr/>
          <p:nvPr/>
        </p:nvSpPr>
        <p:spPr>
          <a:xfrm>
            <a:off x="1982711" y="3132106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2E23A5D-4E94-BB28-DF29-777000871240}"/>
              </a:ext>
            </a:extLst>
          </p:cNvPr>
          <p:cNvSpPr txBox="1"/>
          <p:nvPr/>
        </p:nvSpPr>
        <p:spPr>
          <a:xfrm>
            <a:off x="545739" y="3104339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小講義</a:t>
            </a:r>
            <a:endParaRPr kumimoji="1" lang="ja-JP" altLang="en-US" sz="240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1D8C25F7-00AB-35BA-4FD9-8D515C746C46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216320" y="3495585"/>
            <a:ext cx="0" cy="11840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FD8FB822-B11A-6141-0588-25C61E4C8E70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2195766" y="2494900"/>
            <a:ext cx="3475" cy="6372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円/楕円 45">
            <a:extLst>
              <a:ext uri="{FF2B5EF4-FFF2-40B4-BE49-F238E27FC236}">
                <a16:creationId xmlns:a16="http://schemas.microsoft.com/office/drawing/2014/main" id="{4C9DFC72-EB05-16D0-15E8-917683917868}"/>
              </a:ext>
            </a:extLst>
          </p:cNvPr>
          <p:cNvSpPr/>
          <p:nvPr/>
        </p:nvSpPr>
        <p:spPr>
          <a:xfrm>
            <a:off x="1979236" y="208877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26E3C82-FD38-C3E4-FC97-92A5F9A906D3}"/>
              </a:ext>
            </a:extLst>
          </p:cNvPr>
          <p:cNvSpPr txBox="1"/>
          <p:nvPr/>
        </p:nvSpPr>
        <p:spPr>
          <a:xfrm>
            <a:off x="932458" y="2182366"/>
            <a:ext cx="103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5</a:t>
            </a:r>
            <a:endParaRPr kumimoji="1" lang="ja-JP" altLang="en-US" sz="2400"/>
          </a:p>
        </p:txBody>
      </p:sp>
      <p:sp>
        <p:nvSpPr>
          <p:cNvPr id="51" name="円/楕円 50">
            <a:extLst>
              <a:ext uri="{FF2B5EF4-FFF2-40B4-BE49-F238E27FC236}">
                <a16:creationId xmlns:a16="http://schemas.microsoft.com/office/drawing/2014/main" id="{5AABC528-34A1-33B3-D529-54C94804FBB9}"/>
              </a:ext>
            </a:extLst>
          </p:cNvPr>
          <p:cNvSpPr/>
          <p:nvPr/>
        </p:nvSpPr>
        <p:spPr>
          <a:xfrm>
            <a:off x="6857917" y="208877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C26F35E-F161-5CEE-8DDE-432D640E2548}"/>
              </a:ext>
            </a:extLst>
          </p:cNvPr>
          <p:cNvSpPr txBox="1"/>
          <p:nvPr/>
        </p:nvSpPr>
        <p:spPr>
          <a:xfrm>
            <a:off x="7290977" y="2061004"/>
            <a:ext cx="103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6</a:t>
            </a:r>
            <a:endParaRPr kumimoji="1" lang="ja-JP" altLang="en-US" sz="2400"/>
          </a:p>
        </p:txBody>
      </p:sp>
      <p:sp>
        <p:nvSpPr>
          <p:cNvPr id="53" name="円/楕円 52">
            <a:extLst>
              <a:ext uri="{FF2B5EF4-FFF2-40B4-BE49-F238E27FC236}">
                <a16:creationId xmlns:a16="http://schemas.microsoft.com/office/drawing/2014/main" id="{82C31B1A-3B92-E564-A15B-1B925F836328}"/>
              </a:ext>
            </a:extLst>
          </p:cNvPr>
          <p:cNvSpPr/>
          <p:nvPr/>
        </p:nvSpPr>
        <p:spPr>
          <a:xfrm>
            <a:off x="6857917" y="3225808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DA5B9D75-8ACF-0F04-C324-9AB8DA97E201}"/>
              </a:ext>
            </a:extLst>
          </p:cNvPr>
          <p:cNvSpPr txBox="1"/>
          <p:nvPr/>
        </p:nvSpPr>
        <p:spPr>
          <a:xfrm>
            <a:off x="7290976" y="3240988"/>
            <a:ext cx="1203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WC2</a:t>
            </a:r>
            <a:endParaRPr kumimoji="1" lang="ja-JP" altLang="en-US" sz="2400"/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CD29CFA7-EF02-7815-1476-815DAD3358B9}"/>
              </a:ext>
            </a:extLst>
          </p:cNvPr>
          <p:cNvCxnSpPr>
            <a:cxnSpLocks/>
            <a:stCxn id="51" idx="4"/>
            <a:endCxn id="4" idx="0"/>
          </p:cNvCxnSpPr>
          <p:nvPr/>
        </p:nvCxnSpPr>
        <p:spPr>
          <a:xfrm>
            <a:off x="7074447" y="2494900"/>
            <a:ext cx="0" cy="22441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EEBEF8B1-7058-067C-F8FC-AD0B00C1C8AE}"/>
              </a:ext>
            </a:extLst>
          </p:cNvPr>
          <p:cNvCxnSpPr>
            <a:cxnSpLocks/>
          </p:cNvCxnSpPr>
          <p:nvPr/>
        </p:nvCxnSpPr>
        <p:spPr>
          <a:xfrm>
            <a:off x="2412296" y="2272670"/>
            <a:ext cx="4425067" cy="594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円/楕円 60">
            <a:extLst>
              <a:ext uri="{FF2B5EF4-FFF2-40B4-BE49-F238E27FC236}">
                <a16:creationId xmlns:a16="http://schemas.microsoft.com/office/drawing/2014/main" id="{D2474F90-8CB0-1B1C-F530-7BD563224404}"/>
              </a:ext>
            </a:extLst>
          </p:cNvPr>
          <p:cNvSpPr/>
          <p:nvPr/>
        </p:nvSpPr>
        <p:spPr>
          <a:xfrm>
            <a:off x="7657096" y="3977074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円/楕円 61">
            <a:extLst>
              <a:ext uri="{FF2B5EF4-FFF2-40B4-BE49-F238E27FC236}">
                <a16:creationId xmlns:a16="http://schemas.microsoft.com/office/drawing/2014/main" id="{4BCE59F0-9905-4401-C298-3D632B8D7362}"/>
              </a:ext>
            </a:extLst>
          </p:cNvPr>
          <p:cNvSpPr/>
          <p:nvPr/>
        </p:nvSpPr>
        <p:spPr>
          <a:xfrm>
            <a:off x="5662940" y="5587104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BBA3185F-435B-5549-9C3C-EE971CA9EA01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2369430" y="4882653"/>
            <a:ext cx="3356930" cy="763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AB13DF8D-6C9C-93A0-5EB9-9EBE8F1C3DDD}"/>
              </a:ext>
            </a:extLst>
          </p:cNvPr>
          <p:cNvCxnSpPr>
            <a:cxnSpLocks/>
            <a:stCxn id="4" idx="3"/>
            <a:endCxn id="62" idx="7"/>
          </p:cNvCxnSpPr>
          <p:nvPr/>
        </p:nvCxnSpPr>
        <p:spPr>
          <a:xfrm flipH="1">
            <a:off x="6032580" y="5085718"/>
            <a:ext cx="888757" cy="5608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58FEFC3-8669-F05E-D086-9B109E80B440}"/>
              </a:ext>
            </a:extLst>
          </p:cNvPr>
          <p:cNvSpPr txBox="1"/>
          <p:nvPr/>
        </p:nvSpPr>
        <p:spPr>
          <a:xfrm>
            <a:off x="5484364" y="6044809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研究室</a:t>
            </a:r>
            <a:r>
              <a:rPr kumimoji="1" lang="en-US" altLang="ja-JP" sz="2400" dirty="0"/>
              <a:t>1</a:t>
            </a:r>
            <a:endParaRPr kumimoji="1" lang="ja-JP" altLang="en-US" sz="240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C615A67-08EC-D454-3162-EB19DD9F9C02}"/>
              </a:ext>
            </a:extLst>
          </p:cNvPr>
          <p:cNvSpPr txBox="1"/>
          <p:nvPr/>
        </p:nvSpPr>
        <p:spPr>
          <a:xfrm>
            <a:off x="8188122" y="3983977"/>
            <a:ext cx="148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研究室</a:t>
            </a:r>
            <a:r>
              <a:rPr lang="en-US" altLang="ja-JP" sz="2400" dirty="0"/>
              <a:t>2</a:t>
            </a:r>
            <a:endParaRPr kumimoji="1" lang="ja-JP" altLang="en-US" sz="2400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E208DB98-30C3-3094-0B78-BB82BA288EA0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7212717" y="4323727"/>
            <a:ext cx="507799" cy="4966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円/楕円 71">
            <a:extLst>
              <a:ext uri="{FF2B5EF4-FFF2-40B4-BE49-F238E27FC236}">
                <a16:creationId xmlns:a16="http://schemas.microsoft.com/office/drawing/2014/main" id="{EBB9E427-D33A-D097-1FE3-93C2A2BCC19C}"/>
              </a:ext>
            </a:extLst>
          </p:cNvPr>
          <p:cNvSpPr/>
          <p:nvPr/>
        </p:nvSpPr>
        <p:spPr>
          <a:xfrm>
            <a:off x="6116381" y="1297412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E013FF3D-C077-EB1B-2811-B0DBB0D8E7A9}"/>
              </a:ext>
            </a:extLst>
          </p:cNvPr>
          <p:cNvCxnSpPr>
            <a:cxnSpLocks/>
            <a:stCxn id="72" idx="5"/>
            <a:endCxn id="51" idx="1"/>
          </p:cNvCxnSpPr>
          <p:nvPr/>
        </p:nvCxnSpPr>
        <p:spPr>
          <a:xfrm>
            <a:off x="6486021" y="1644065"/>
            <a:ext cx="435316" cy="504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3A6F2A40-F5F5-864E-B201-04B509A0E860}"/>
              </a:ext>
            </a:extLst>
          </p:cNvPr>
          <p:cNvSpPr txBox="1"/>
          <p:nvPr/>
        </p:nvSpPr>
        <p:spPr>
          <a:xfrm>
            <a:off x="6589569" y="1232580"/>
            <a:ext cx="1305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演習室</a:t>
            </a:r>
            <a:endParaRPr kumimoji="1" lang="ja-JP" altLang="en-US" sz="240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FCEF532-84D2-2FED-2CF9-DBF8EAF64BA7}"/>
              </a:ext>
            </a:extLst>
          </p:cNvPr>
          <p:cNvSpPr txBox="1"/>
          <p:nvPr/>
        </p:nvSpPr>
        <p:spPr>
          <a:xfrm>
            <a:off x="0" y="0"/>
            <a:ext cx="2369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2</a:t>
            </a:r>
            <a:r>
              <a:rPr kumimoji="1" lang="ja-JP" altLang="en-US" sz="3600"/>
              <a:t>階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34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D3C9-1C06-E5BD-8082-8310F862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0977DEEC-FF23-2C32-41E7-7557AB5C75DE}"/>
              </a:ext>
            </a:extLst>
          </p:cNvPr>
          <p:cNvSpPr/>
          <p:nvPr/>
        </p:nvSpPr>
        <p:spPr>
          <a:xfrm>
            <a:off x="6857917" y="4739065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3F6D70-1B41-55A0-7311-BE5389AD49EA}"/>
              </a:ext>
            </a:extLst>
          </p:cNvPr>
          <p:cNvSpPr txBox="1"/>
          <p:nvPr/>
        </p:nvSpPr>
        <p:spPr>
          <a:xfrm>
            <a:off x="6726689" y="5243097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階段</a:t>
            </a:r>
            <a:endParaRPr kumimoji="1" lang="ja-JP" altLang="en-US" sz="2400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27AF4F68-61AA-AAD7-0EF7-407F1697942F}"/>
              </a:ext>
            </a:extLst>
          </p:cNvPr>
          <p:cNvSpPr/>
          <p:nvPr/>
        </p:nvSpPr>
        <p:spPr>
          <a:xfrm>
            <a:off x="3419684" y="383155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922C3C4-9D64-7B67-50EE-E6FB03118756}"/>
              </a:ext>
            </a:extLst>
          </p:cNvPr>
          <p:cNvCxnSpPr>
            <a:cxnSpLocks/>
            <a:stCxn id="16" idx="6"/>
            <a:endCxn id="4" idx="2"/>
          </p:cNvCxnSpPr>
          <p:nvPr/>
        </p:nvCxnSpPr>
        <p:spPr>
          <a:xfrm>
            <a:off x="2432850" y="4882654"/>
            <a:ext cx="4425067" cy="594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DEC00B8-51D4-DB12-FE11-33628A4DB6F0}"/>
              </a:ext>
            </a:extLst>
          </p:cNvPr>
          <p:cNvSpPr txBox="1"/>
          <p:nvPr/>
        </p:nvSpPr>
        <p:spPr>
          <a:xfrm>
            <a:off x="3852745" y="3776015"/>
            <a:ext cx="68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EV</a:t>
            </a:r>
            <a:endParaRPr kumimoji="1" lang="ja-JP" altLang="en-US" sz="2400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D2BABE94-D0B2-AD9A-196C-F3C3F78A0A5D}"/>
              </a:ext>
            </a:extLst>
          </p:cNvPr>
          <p:cNvSpPr/>
          <p:nvPr/>
        </p:nvSpPr>
        <p:spPr>
          <a:xfrm>
            <a:off x="1999790" y="4679589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53D9477-5093-2F4A-6151-182006EB57C4}"/>
              </a:ext>
            </a:extLst>
          </p:cNvPr>
          <p:cNvSpPr txBox="1"/>
          <p:nvPr/>
        </p:nvSpPr>
        <p:spPr>
          <a:xfrm>
            <a:off x="1785083" y="5153206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7</a:t>
            </a:r>
            <a:endParaRPr kumimoji="1" lang="ja-JP" altLang="en-US" sz="240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9F72642-96BD-3CE5-C7EF-DF202F775885}"/>
              </a:ext>
            </a:extLst>
          </p:cNvPr>
          <p:cNvCxnSpPr>
            <a:cxnSpLocks/>
            <a:stCxn id="6" idx="3"/>
            <a:endCxn id="16" idx="7"/>
          </p:cNvCxnSpPr>
          <p:nvPr/>
        </p:nvCxnSpPr>
        <p:spPr>
          <a:xfrm flipH="1">
            <a:off x="2369430" y="4178204"/>
            <a:ext cx="1113674" cy="560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5831E79-8786-C330-A7E3-3CAADA57D9DD}"/>
              </a:ext>
            </a:extLst>
          </p:cNvPr>
          <p:cNvCxnSpPr>
            <a:cxnSpLocks/>
          </p:cNvCxnSpPr>
          <p:nvPr/>
        </p:nvCxnSpPr>
        <p:spPr>
          <a:xfrm>
            <a:off x="6857917" y="3631937"/>
            <a:ext cx="673" cy="144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円/楕円 28">
            <a:extLst>
              <a:ext uri="{FF2B5EF4-FFF2-40B4-BE49-F238E27FC236}">
                <a16:creationId xmlns:a16="http://schemas.microsoft.com/office/drawing/2014/main" id="{F7D35383-D2B4-3D45-10AD-4534220F9ECC}"/>
              </a:ext>
            </a:extLst>
          </p:cNvPr>
          <p:cNvSpPr/>
          <p:nvPr/>
        </p:nvSpPr>
        <p:spPr>
          <a:xfrm>
            <a:off x="1982711" y="3132106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C51C686-8778-AF74-6832-F28C0A434FBA}"/>
              </a:ext>
            </a:extLst>
          </p:cNvPr>
          <p:cNvSpPr txBox="1"/>
          <p:nvPr/>
        </p:nvSpPr>
        <p:spPr>
          <a:xfrm>
            <a:off x="545739" y="3104339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小講義</a:t>
            </a:r>
            <a:endParaRPr kumimoji="1" lang="ja-JP" altLang="en-US" sz="240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5C45DF4-8B03-6F4D-64A1-5681F2A7D32B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216320" y="3495585"/>
            <a:ext cx="0" cy="11840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B9E62E8-27E1-D6B0-3B72-E23DC3715B64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2195766" y="2494900"/>
            <a:ext cx="3475" cy="6372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円/楕円 45">
            <a:extLst>
              <a:ext uri="{FF2B5EF4-FFF2-40B4-BE49-F238E27FC236}">
                <a16:creationId xmlns:a16="http://schemas.microsoft.com/office/drawing/2014/main" id="{C4FE6119-518C-14CA-B412-D02E3CF91F4C}"/>
              </a:ext>
            </a:extLst>
          </p:cNvPr>
          <p:cNvSpPr/>
          <p:nvPr/>
        </p:nvSpPr>
        <p:spPr>
          <a:xfrm>
            <a:off x="1979236" y="208877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0F6F118-CEBD-D04A-1550-58018034E6EC}"/>
              </a:ext>
            </a:extLst>
          </p:cNvPr>
          <p:cNvSpPr txBox="1"/>
          <p:nvPr/>
        </p:nvSpPr>
        <p:spPr>
          <a:xfrm>
            <a:off x="932458" y="2182366"/>
            <a:ext cx="103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8</a:t>
            </a:r>
            <a:endParaRPr kumimoji="1" lang="ja-JP" altLang="en-US" sz="2400"/>
          </a:p>
        </p:txBody>
      </p:sp>
      <p:sp>
        <p:nvSpPr>
          <p:cNvPr id="51" name="円/楕円 50">
            <a:extLst>
              <a:ext uri="{FF2B5EF4-FFF2-40B4-BE49-F238E27FC236}">
                <a16:creationId xmlns:a16="http://schemas.microsoft.com/office/drawing/2014/main" id="{FDBA654A-111C-C886-B0D5-EF7FB4A43684}"/>
              </a:ext>
            </a:extLst>
          </p:cNvPr>
          <p:cNvSpPr/>
          <p:nvPr/>
        </p:nvSpPr>
        <p:spPr>
          <a:xfrm>
            <a:off x="6857917" y="208877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0680806-F823-15D2-F35A-39A4F67B2732}"/>
              </a:ext>
            </a:extLst>
          </p:cNvPr>
          <p:cNvSpPr txBox="1"/>
          <p:nvPr/>
        </p:nvSpPr>
        <p:spPr>
          <a:xfrm>
            <a:off x="7290977" y="2061004"/>
            <a:ext cx="103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9</a:t>
            </a:r>
            <a:endParaRPr kumimoji="1" lang="ja-JP" altLang="en-US" sz="2400"/>
          </a:p>
        </p:txBody>
      </p:sp>
      <p:sp>
        <p:nvSpPr>
          <p:cNvPr id="53" name="円/楕円 52">
            <a:extLst>
              <a:ext uri="{FF2B5EF4-FFF2-40B4-BE49-F238E27FC236}">
                <a16:creationId xmlns:a16="http://schemas.microsoft.com/office/drawing/2014/main" id="{E09781F6-6699-AAB0-5C78-B39135BC2533}"/>
              </a:ext>
            </a:extLst>
          </p:cNvPr>
          <p:cNvSpPr/>
          <p:nvPr/>
        </p:nvSpPr>
        <p:spPr>
          <a:xfrm>
            <a:off x="6857917" y="3225808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8F370C10-620B-FF3E-DA48-6F6FBE261972}"/>
              </a:ext>
            </a:extLst>
          </p:cNvPr>
          <p:cNvSpPr txBox="1"/>
          <p:nvPr/>
        </p:nvSpPr>
        <p:spPr>
          <a:xfrm>
            <a:off x="7290976" y="3240988"/>
            <a:ext cx="897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WC3</a:t>
            </a:r>
            <a:endParaRPr kumimoji="1" lang="ja-JP" altLang="en-US" sz="2400"/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A9256F8E-2DAE-ABD7-BCC1-D1C7181761BD}"/>
              </a:ext>
            </a:extLst>
          </p:cNvPr>
          <p:cNvCxnSpPr>
            <a:cxnSpLocks/>
            <a:stCxn id="51" idx="4"/>
            <a:endCxn id="4" idx="0"/>
          </p:cNvCxnSpPr>
          <p:nvPr/>
        </p:nvCxnSpPr>
        <p:spPr>
          <a:xfrm>
            <a:off x="7074447" y="2494900"/>
            <a:ext cx="0" cy="22441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AC7B4F9B-D600-5C8C-FFED-728C3594DFC5}"/>
              </a:ext>
            </a:extLst>
          </p:cNvPr>
          <p:cNvCxnSpPr>
            <a:cxnSpLocks/>
          </p:cNvCxnSpPr>
          <p:nvPr/>
        </p:nvCxnSpPr>
        <p:spPr>
          <a:xfrm>
            <a:off x="2412296" y="2272670"/>
            <a:ext cx="4425067" cy="594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円/楕円 60">
            <a:extLst>
              <a:ext uri="{FF2B5EF4-FFF2-40B4-BE49-F238E27FC236}">
                <a16:creationId xmlns:a16="http://schemas.microsoft.com/office/drawing/2014/main" id="{5B6482EC-0696-EB97-AE93-308D565A950D}"/>
              </a:ext>
            </a:extLst>
          </p:cNvPr>
          <p:cNvSpPr/>
          <p:nvPr/>
        </p:nvSpPr>
        <p:spPr>
          <a:xfrm>
            <a:off x="7657096" y="3977074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円/楕円 61">
            <a:extLst>
              <a:ext uri="{FF2B5EF4-FFF2-40B4-BE49-F238E27FC236}">
                <a16:creationId xmlns:a16="http://schemas.microsoft.com/office/drawing/2014/main" id="{653573D1-1AD5-99A7-C978-76E6A6826A50}"/>
              </a:ext>
            </a:extLst>
          </p:cNvPr>
          <p:cNvSpPr/>
          <p:nvPr/>
        </p:nvSpPr>
        <p:spPr>
          <a:xfrm>
            <a:off x="5662940" y="5587104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4B13FAC4-0543-3BED-661D-99A5EBF0A5F6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2369430" y="4882653"/>
            <a:ext cx="3356930" cy="763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E1D47D8D-B1DD-510D-1DCB-D40A867748C0}"/>
              </a:ext>
            </a:extLst>
          </p:cNvPr>
          <p:cNvCxnSpPr>
            <a:cxnSpLocks/>
            <a:stCxn id="4" idx="3"/>
            <a:endCxn id="62" idx="7"/>
          </p:cNvCxnSpPr>
          <p:nvPr/>
        </p:nvCxnSpPr>
        <p:spPr>
          <a:xfrm flipH="1">
            <a:off x="6032580" y="5085718"/>
            <a:ext cx="888757" cy="5608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80CF228-2975-F9AD-6429-AD7B97EEB341}"/>
              </a:ext>
            </a:extLst>
          </p:cNvPr>
          <p:cNvSpPr txBox="1"/>
          <p:nvPr/>
        </p:nvSpPr>
        <p:spPr>
          <a:xfrm>
            <a:off x="5484364" y="6044809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研究室</a:t>
            </a:r>
            <a:r>
              <a:rPr kumimoji="1" lang="en-US" altLang="ja-JP" sz="2400" dirty="0"/>
              <a:t>1</a:t>
            </a:r>
            <a:endParaRPr kumimoji="1" lang="ja-JP" altLang="en-US" sz="240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1F679AA-DC06-5B8D-199F-D79B33A2EB15}"/>
              </a:ext>
            </a:extLst>
          </p:cNvPr>
          <p:cNvSpPr txBox="1"/>
          <p:nvPr/>
        </p:nvSpPr>
        <p:spPr>
          <a:xfrm>
            <a:off x="8188122" y="3983977"/>
            <a:ext cx="148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研究室</a:t>
            </a:r>
            <a:r>
              <a:rPr lang="en-US" altLang="ja-JP" sz="2400" dirty="0"/>
              <a:t>2</a:t>
            </a:r>
            <a:endParaRPr kumimoji="1" lang="ja-JP" altLang="en-US" sz="2400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32883EEC-E542-67DC-848A-8D202BC2367F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7212717" y="4323727"/>
            <a:ext cx="507799" cy="4966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966869-7C02-5EF4-85D2-95C4203A6F53}"/>
              </a:ext>
            </a:extLst>
          </p:cNvPr>
          <p:cNvSpPr txBox="1"/>
          <p:nvPr/>
        </p:nvSpPr>
        <p:spPr>
          <a:xfrm>
            <a:off x="0" y="0"/>
            <a:ext cx="2369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/>
              <a:t>3</a:t>
            </a:r>
            <a:r>
              <a:rPr kumimoji="1" lang="ja-JP" altLang="en-US" sz="3600"/>
              <a:t>階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10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F91A1-4715-85AD-C960-D0ED7063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784A4635-DDC0-53ED-FA86-2EDE9BD5B4FE}"/>
              </a:ext>
            </a:extLst>
          </p:cNvPr>
          <p:cNvSpPr/>
          <p:nvPr/>
        </p:nvSpPr>
        <p:spPr>
          <a:xfrm>
            <a:off x="6857917" y="4739065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414D22-72DD-1D2D-2C2B-AD9639BBFF2F}"/>
              </a:ext>
            </a:extLst>
          </p:cNvPr>
          <p:cNvSpPr txBox="1"/>
          <p:nvPr/>
        </p:nvSpPr>
        <p:spPr>
          <a:xfrm>
            <a:off x="6726689" y="5243097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階段</a:t>
            </a:r>
            <a:endParaRPr kumimoji="1" lang="ja-JP" altLang="en-US" sz="2400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C3CA0B68-DE56-AFED-5B42-15022DB82966}"/>
              </a:ext>
            </a:extLst>
          </p:cNvPr>
          <p:cNvSpPr/>
          <p:nvPr/>
        </p:nvSpPr>
        <p:spPr>
          <a:xfrm>
            <a:off x="3419684" y="383155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25D5C34-DDDE-FF49-79D6-FE910CCE25CE}"/>
              </a:ext>
            </a:extLst>
          </p:cNvPr>
          <p:cNvCxnSpPr>
            <a:cxnSpLocks/>
            <a:stCxn id="16" idx="6"/>
            <a:endCxn id="4" idx="2"/>
          </p:cNvCxnSpPr>
          <p:nvPr/>
        </p:nvCxnSpPr>
        <p:spPr>
          <a:xfrm>
            <a:off x="2432850" y="4882654"/>
            <a:ext cx="4425067" cy="594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003409B-F966-D0B3-1DA7-1D9F6DEE43DB}"/>
              </a:ext>
            </a:extLst>
          </p:cNvPr>
          <p:cNvSpPr txBox="1"/>
          <p:nvPr/>
        </p:nvSpPr>
        <p:spPr>
          <a:xfrm>
            <a:off x="3852745" y="3776015"/>
            <a:ext cx="68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EV</a:t>
            </a:r>
            <a:endParaRPr kumimoji="1" lang="ja-JP" altLang="en-US" sz="2400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E73F7F03-4963-74F7-8C9D-33D639FF8639}"/>
              </a:ext>
            </a:extLst>
          </p:cNvPr>
          <p:cNvSpPr/>
          <p:nvPr/>
        </p:nvSpPr>
        <p:spPr>
          <a:xfrm>
            <a:off x="1999790" y="4679589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E8FD2DE-863A-F4FE-20CB-3C23E5DAE192}"/>
              </a:ext>
            </a:extLst>
          </p:cNvPr>
          <p:cNvSpPr txBox="1"/>
          <p:nvPr/>
        </p:nvSpPr>
        <p:spPr>
          <a:xfrm>
            <a:off x="1785083" y="5153206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7</a:t>
            </a:r>
            <a:endParaRPr kumimoji="1" lang="ja-JP" altLang="en-US" sz="240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0F0F902-27E2-D6C4-0DEF-BFEA8574AB01}"/>
              </a:ext>
            </a:extLst>
          </p:cNvPr>
          <p:cNvCxnSpPr>
            <a:cxnSpLocks/>
            <a:stCxn id="6" idx="3"/>
            <a:endCxn id="16" idx="7"/>
          </p:cNvCxnSpPr>
          <p:nvPr/>
        </p:nvCxnSpPr>
        <p:spPr>
          <a:xfrm flipH="1">
            <a:off x="2369430" y="4178204"/>
            <a:ext cx="1113674" cy="560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182BFD9-E8D4-E6AA-DAA1-98819E80F9CC}"/>
              </a:ext>
            </a:extLst>
          </p:cNvPr>
          <p:cNvCxnSpPr>
            <a:cxnSpLocks/>
          </p:cNvCxnSpPr>
          <p:nvPr/>
        </p:nvCxnSpPr>
        <p:spPr>
          <a:xfrm>
            <a:off x="6857917" y="3631937"/>
            <a:ext cx="673" cy="144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円/楕円 28">
            <a:extLst>
              <a:ext uri="{FF2B5EF4-FFF2-40B4-BE49-F238E27FC236}">
                <a16:creationId xmlns:a16="http://schemas.microsoft.com/office/drawing/2014/main" id="{B7956F97-3BCC-8B7F-D8E2-FE68437A80CC}"/>
              </a:ext>
            </a:extLst>
          </p:cNvPr>
          <p:cNvSpPr/>
          <p:nvPr/>
        </p:nvSpPr>
        <p:spPr>
          <a:xfrm>
            <a:off x="1982711" y="3132106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29C840D-CF0D-F35D-0E20-D70BF7219462}"/>
              </a:ext>
            </a:extLst>
          </p:cNvPr>
          <p:cNvSpPr txBox="1"/>
          <p:nvPr/>
        </p:nvSpPr>
        <p:spPr>
          <a:xfrm>
            <a:off x="545739" y="3104339"/>
            <a:ext cx="2873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小講義</a:t>
            </a:r>
            <a:endParaRPr kumimoji="1" lang="ja-JP" altLang="en-US" sz="240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F67FAEFE-A496-5A36-BFA9-AD9CB672807A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216320" y="3495585"/>
            <a:ext cx="0" cy="11840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E2482CEE-B6B6-1239-45B0-116C8D191D92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2195766" y="2494900"/>
            <a:ext cx="3475" cy="6372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円/楕円 45">
            <a:extLst>
              <a:ext uri="{FF2B5EF4-FFF2-40B4-BE49-F238E27FC236}">
                <a16:creationId xmlns:a16="http://schemas.microsoft.com/office/drawing/2014/main" id="{5601763F-CC69-4F80-11F6-D727DF5A88C9}"/>
              </a:ext>
            </a:extLst>
          </p:cNvPr>
          <p:cNvSpPr/>
          <p:nvPr/>
        </p:nvSpPr>
        <p:spPr>
          <a:xfrm>
            <a:off x="1979236" y="208877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BB887997-64B5-86D3-B6E5-C1632130481B}"/>
              </a:ext>
            </a:extLst>
          </p:cNvPr>
          <p:cNvSpPr txBox="1"/>
          <p:nvPr/>
        </p:nvSpPr>
        <p:spPr>
          <a:xfrm>
            <a:off x="932458" y="2182366"/>
            <a:ext cx="103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8</a:t>
            </a:r>
            <a:endParaRPr kumimoji="1" lang="ja-JP" altLang="en-US" sz="2400"/>
          </a:p>
        </p:txBody>
      </p:sp>
      <p:sp>
        <p:nvSpPr>
          <p:cNvPr id="51" name="円/楕円 50">
            <a:extLst>
              <a:ext uri="{FF2B5EF4-FFF2-40B4-BE49-F238E27FC236}">
                <a16:creationId xmlns:a16="http://schemas.microsoft.com/office/drawing/2014/main" id="{8E2D5C54-AB8D-E45B-968D-4B0F95209098}"/>
              </a:ext>
            </a:extLst>
          </p:cNvPr>
          <p:cNvSpPr/>
          <p:nvPr/>
        </p:nvSpPr>
        <p:spPr>
          <a:xfrm>
            <a:off x="6857917" y="2088771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5F4D30F4-AF5D-7AF1-CE37-84E0D1DEF1B4}"/>
              </a:ext>
            </a:extLst>
          </p:cNvPr>
          <p:cNvSpPr txBox="1"/>
          <p:nvPr/>
        </p:nvSpPr>
        <p:spPr>
          <a:xfrm>
            <a:off x="7290977" y="2061004"/>
            <a:ext cx="103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廊下</a:t>
            </a:r>
            <a:r>
              <a:rPr lang="en-US" altLang="ja-JP" sz="2400" dirty="0"/>
              <a:t>9</a:t>
            </a:r>
            <a:endParaRPr kumimoji="1" lang="ja-JP" altLang="en-US" sz="2400"/>
          </a:p>
        </p:txBody>
      </p:sp>
      <p:sp>
        <p:nvSpPr>
          <p:cNvPr id="53" name="円/楕円 52">
            <a:extLst>
              <a:ext uri="{FF2B5EF4-FFF2-40B4-BE49-F238E27FC236}">
                <a16:creationId xmlns:a16="http://schemas.microsoft.com/office/drawing/2014/main" id="{4A5F101B-A1AC-6261-88DC-6745577BC5CF}"/>
              </a:ext>
            </a:extLst>
          </p:cNvPr>
          <p:cNvSpPr/>
          <p:nvPr/>
        </p:nvSpPr>
        <p:spPr>
          <a:xfrm>
            <a:off x="6857917" y="3225808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8971DA0-5FB7-28EC-C12E-3375170AFDEA}"/>
              </a:ext>
            </a:extLst>
          </p:cNvPr>
          <p:cNvSpPr txBox="1"/>
          <p:nvPr/>
        </p:nvSpPr>
        <p:spPr>
          <a:xfrm>
            <a:off x="7290976" y="3240988"/>
            <a:ext cx="981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WC4</a:t>
            </a:r>
            <a:endParaRPr kumimoji="1" lang="ja-JP" altLang="en-US" sz="2400"/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0C3E370C-C552-BFED-6724-1FAAFA9BDCE0}"/>
              </a:ext>
            </a:extLst>
          </p:cNvPr>
          <p:cNvCxnSpPr>
            <a:cxnSpLocks/>
            <a:stCxn id="51" idx="4"/>
            <a:endCxn id="4" idx="0"/>
          </p:cNvCxnSpPr>
          <p:nvPr/>
        </p:nvCxnSpPr>
        <p:spPr>
          <a:xfrm>
            <a:off x="7074447" y="2494900"/>
            <a:ext cx="0" cy="22441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A8E84337-9FAC-A81A-C2C0-9ECE7FC80C36}"/>
              </a:ext>
            </a:extLst>
          </p:cNvPr>
          <p:cNvCxnSpPr>
            <a:cxnSpLocks/>
          </p:cNvCxnSpPr>
          <p:nvPr/>
        </p:nvCxnSpPr>
        <p:spPr>
          <a:xfrm>
            <a:off x="2412296" y="2272670"/>
            <a:ext cx="4425067" cy="594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円/楕円 1">
            <a:extLst>
              <a:ext uri="{FF2B5EF4-FFF2-40B4-BE49-F238E27FC236}">
                <a16:creationId xmlns:a16="http://schemas.microsoft.com/office/drawing/2014/main" id="{A444EF7B-A936-DE07-8A74-8BAEE1BE709A}"/>
              </a:ext>
            </a:extLst>
          </p:cNvPr>
          <p:cNvSpPr/>
          <p:nvPr/>
        </p:nvSpPr>
        <p:spPr>
          <a:xfrm>
            <a:off x="5736723" y="3828268"/>
            <a:ext cx="433060" cy="4061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316415D-697E-4052-A2B0-0F377C903AA7}"/>
              </a:ext>
            </a:extLst>
          </p:cNvPr>
          <p:cNvCxnSpPr>
            <a:cxnSpLocks/>
            <a:stCxn id="4" idx="1"/>
            <a:endCxn id="2" idx="5"/>
          </p:cNvCxnSpPr>
          <p:nvPr/>
        </p:nvCxnSpPr>
        <p:spPr>
          <a:xfrm flipH="1" flipV="1">
            <a:off x="6106363" y="4174921"/>
            <a:ext cx="814974" cy="623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6939E36-C194-8266-5535-53EA6985DCC4}"/>
              </a:ext>
            </a:extLst>
          </p:cNvPr>
          <p:cNvSpPr txBox="1"/>
          <p:nvPr/>
        </p:nvSpPr>
        <p:spPr>
          <a:xfrm>
            <a:off x="4623047" y="3438741"/>
            <a:ext cx="2535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サーバールーム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7888016-D8D9-C829-60D3-21F4423BD886}"/>
              </a:ext>
            </a:extLst>
          </p:cNvPr>
          <p:cNvSpPr txBox="1"/>
          <p:nvPr/>
        </p:nvSpPr>
        <p:spPr>
          <a:xfrm>
            <a:off x="0" y="0"/>
            <a:ext cx="2369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/>
              <a:t>4</a:t>
            </a:r>
            <a:r>
              <a:rPr kumimoji="1" lang="ja-JP" altLang="en-US" sz="3600"/>
              <a:t>階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083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46</Words>
  <Application>Microsoft Macintosh PowerPoint</Application>
  <PresentationFormat>ワイド画面</PresentationFormat>
  <Paragraphs>30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遙輝 安川</dc:creator>
  <cp:lastModifiedBy>遙輝 安川</cp:lastModifiedBy>
  <cp:revision>1</cp:revision>
  <dcterms:created xsi:type="dcterms:W3CDTF">2026-07-01T04:20:38Z</dcterms:created>
  <dcterms:modified xsi:type="dcterms:W3CDTF">2026-07-01T05:51:14Z</dcterms:modified>
</cp:coreProperties>
</file>